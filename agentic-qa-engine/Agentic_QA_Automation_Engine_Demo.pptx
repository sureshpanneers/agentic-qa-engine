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2A44"/>
                </a:solidFill>
              </a:defRPr>
            </a:pPr>
            <a:r>
              <a:t>Agentic QA Automation Engine</a:t>
            </a:r>
          </a:p>
          <a:p>
            <a:pPr algn="ctr">
              <a:defRPr sz="2400">
                <a:solidFill>
                  <a:srgbClr val="2E86C1"/>
                </a:solidFill>
              </a:defRPr>
            </a:pPr>
            <a:r>
              <a:t>Using Natural Language Test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D6D7E"/>
                </a:solidFill>
              </a:defRPr>
            </a:pPr>
            <a:r>
              <a:t>Proof of Concept Demo  |  LangChain + LLM + Playwright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Traditional QA automation relies on hard-coded scripts that break with every UI change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This POC introduces an AI agent that accepts test cases in plain English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The agent autonomously logs in, executes steps, validates outcomes, and captures evidence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Powered by LangChain + an LLM (Anthropic Claude / Google Gemini / local Ollama) + Playwright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Goal: faster test creation, less script maintenance, self-service testing for non-technical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Accept test cases written in natural language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Automatically understand user intent using AI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Log into applications without manual scripting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Execute end-to-end business scenarios dynamically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Capture a screenshot for every executed step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Generate an execution report with full evidence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Reduce dependency on manually maintained automation scripts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Enable non-technical users to run automated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Current Challenges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High maintenance effort due to UI changes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Time-consuming script development and updates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Limited accessibility for business teams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Manual effort for test documentation and evidence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Proposed Solution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An AI-driven engine that translates natural language directly into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executable browser actions, with no predefined automation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463040"/>
          <a:ext cx="9966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126480"/>
              </a:tblGrid>
              <a:tr h="587828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Technology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Python 3.13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AI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LangChain (create_agent / LangGraph)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Large Language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Anthropic Claude / Google Gemini / Local Ollama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Browser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Playwright (async API)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python-docx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Environment variables (.env)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User Interface Layer - receives the plain-English test scenario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AI Agent Layer (LangChain + LLM)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Understands intent, breaks it into ordered steps, decides which tool to call next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Automation Execution Layer (Playwright)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Launch browser, navigate, enter data, click, validate, capture screenshots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Reporting Layer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Execution summary, pass/fail status, timeline, screenshots, evidence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F2A44"/>
                </a:solidFill>
              </a:defRPr>
            </a:pPr>
            <a:r>
              <a:t>1. Natural language scenario submitted</a:t>
            </a:r>
          </a:p>
          <a:p>
            <a:pPr>
              <a:spcAft>
                <a:spcPts val="800"/>
              </a:spcAft>
              <a:defRPr sz="2200" b="1">
                <a:solidFill>
                  <a:srgbClr val="1F2A44"/>
                </a:solidFill>
              </a:defRPr>
            </a:pPr>
            <a:r>
              <a:t>2. Agent parses intent and plans ordered steps</a:t>
            </a:r>
          </a:p>
          <a:p>
            <a:pPr>
              <a:spcAft>
                <a:spcPts val="800"/>
              </a:spcAft>
              <a:defRPr sz="2200" b="1">
                <a:solidFill>
                  <a:srgbClr val="1F2A44"/>
                </a:solidFill>
              </a:defRPr>
            </a:pPr>
            <a:r>
              <a:t>3. Agent calls Playwright tools (navigate / click / fill / assert)</a:t>
            </a:r>
          </a:p>
          <a:p>
            <a:pPr>
              <a:spcAft>
                <a:spcPts val="800"/>
              </a:spcAft>
              <a:defRPr sz="2200" b="1">
                <a:solidFill>
                  <a:srgbClr val="1F2A44"/>
                </a:solidFill>
              </a:defRPr>
            </a:pPr>
            <a:r>
              <a:t>4. Screenshot captured automatically after every step</a:t>
            </a:r>
          </a:p>
          <a:p>
            <a:pPr>
              <a:spcAft>
                <a:spcPts val="800"/>
              </a:spcAft>
              <a:defRPr sz="2200" b="1">
                <a:solidFill>
                  <a:srgbClr val="1F2A44"/>
                </a:solidFill>
              </a:defRPr>
            </a:pPr>
            <a:r>
              <a:t>5. Outcomes validated against expected results</a:t>
            </a:r>
          </a:p>
          <a:p>
            <a:pPr>
              <a:spcAft>
                <a:spcPts val="800"/>
              </a:spcAft>
              <a:defRPr sz="2200" b="1">
                <a:solidFill>
                  <a:srgbClr val="1F2A44"/>
                </a:solidFill>
              </a:defRPr>
            </a:pPr>
            <a:r>
              <a:t>6. .docx evidence report generated with full step-by-step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Live Demo: SauceDemo Login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Scenario (plain English):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"Open the browser, navigate to https://www.saucedemo.com, login with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username standard_user and password secret_sauce, verify the Products</a:t>
            </a:r>
          </a:p>
          <a:p>
            <a:pPr lvl="1">
              <a:spcAft>
                <a:spcPts val="800"/>
              </a:spcAft>
              <a:defRPr sz="1800" b="0">
                <a:solidFill>
                  <a:srgbClr val="5D6D7E"/>
                </a:solidFill>
              </a:defRPr>
            </a:pPr>
            <a:r>
              <a:t>page loaded, and close the browser."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No test script was written - the agent planned and executed every step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Step 1: Browser Launched</a:t>
            </a:r>
          </a:p>
        </p:txBody>
      </p:sp>
      <p:pic>
        <p:nvPicPr>
          <p:cNvPr id="3" name="Picture 2" descr="01_launch_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188720"/>
            <a:ext cx="910780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Step 2: Navigated to SauceDemo</a:t>
            </a:r>
          </a:p>
        </p:txBody>
      </p:sp>
      <p:pic>
        <p:nvPicPr>
          <p:cNvPr id="3" name="Picture 2" descr="02_navigate_to_https___www_saucedemo_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188720"/>
            <a:ext cx="910780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Step 3: Username Entered</a:t>
            </a:r>
          </a:p>
        </p:txBody>
      </p:sp>
      <p:pic>
        <p:nvPicPr>
          <p:cNvPr id="3" name="Picture 2" descr="03_fill__user_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188720"/>
            <a:ext cx="910780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Step 4: Password Entered</a:t>
            </a:r>
          </a:p>
        </p:txBody>
      </p:sp>
      <p:pic>
        <p:nvPicPr>
          <p:cNvPr id="3" name="Picture 2" descr="04_fill__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188720"/>
            <a:ext cx="910780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Step 5: Login Clicked</a:t>
            </a:r>
          </a:p>
        </p:txBody>
      </p:sp>
      <p:pic>
        <p:nvPicPr>
          <p:cNvPr id="3" name="Picture 2" descr="05_click__login_but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188720"/>
            <a:ext cx="910780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Step 6: Products Page Verified</a:t>
            </a:r>
          </a:p>
        </p:txBody>
      </p:sp>
      <p:pic>
        <p:nvPicPr>
          <p:cNvPr id="3" name="Picture 2" descr="06_assert__Products__vis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188720"/>
            <a:ext cx="910780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POC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F2A44"/>
                </a:solidFill>
              </a:defRPr>
            </a:pPr>
            <a:r>
              <a:t>Strengths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5D6D7E"/>
                </a:solidFill>
              </a:defRPr>
            </a:pPr>
            <a:r>
              <a:t>Successfully interpreted natural language instructions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5D6D7E"/>
                </a:solidFill>
              </a:defRPr>
            </a:pPr>
            <a:r>
              <a:t>Dynamically executed multi-step business workflows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5D6D7E"/>
                </a:solidFill>
              </a:defRPr>
            </a:pPr>
            <a:r>
              <a:t>Captured screenshots for every execution step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5D6D7E"/>
                </a:solidFill>
              </a:defRPr>
            </a:pPr>
            <a:r>
              <a:t>Generated ready-to-share evidence documentation</a:t>
            </a:r>
          </a:p>
          <a:p>
            <a:pPr>
              <a:spcAft>
                <a:spcPts val="800"/>
              </a:spcAft>
              <a:defRPr sz="1900" b="1">
                <a:solidFill>
                  <a:srgbClr val="1F2A44"/>
                </a:solidFill>
              </a:defRPr>
            </a:pPr>
            <a:r>
              <a:t>Key Learning: LLM choice matters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5D6D7E"/>
                </a:solidFill>
              </a:defRPr>
            </a:pPr>
            <a:r>
              <a:t>Cloud models (Claude / Gemini) reliably completed multi-step flows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5D6D7E"/>
                </a:solidFill>
              </a:defRPr>
            </a:pPr>
            <a:r>
              <a:t>Small local models (e.g. 8B) sometimes skipped steps or fabricated results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5D6D7E"/>
                </a:solidFill>
              </a:defRPr>
            </a:pPr>
            <a:r>
              <a:t>Recommendation: use a frontier cloud model for trustworthy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Credentials stored only in environment variables (.env), never hard-coded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Environment-specific configuration, isolated execution setup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Full execution logs and screenshot-based evidence for auditability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Recommended: run only against non-production/staging test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Expected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Business: faster regression testing, reduced cost, self-service testing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Technical: less script maintenance, scalable and dynamic automation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Operational: faster feedback cycles, automated evidence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Parallel test execution across multiple scenarios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CI/CD integration - trigger natural language test suites in pipelines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Dashboard &amp; analytics for execution metrics and failure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AI can transform test automation into a dynamic, user-friendly, scalable solution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Natural language test execution successfully demonstrated end-to-end</a:t>
            </a:r>
          </a:p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Strong foundation for enterprise-scale intelligent QA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D7E"/>
                </a:solidFill>
              </a:defRPr>
            </a:pPr>
            <a:r>
              <a:t>Agentic QA Automation Engine POC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A44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E86C1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